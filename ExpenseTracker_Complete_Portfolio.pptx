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Expense Tracker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Portfolio – Project Java and Web Development (DLBCSPJWD01)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Problem: Users lack a simple central place to track daily income and expenses.</a:t>
            </a:r>
          </a:p>
          <a:p>
            <a:pPr/>
            <a:r>
              <a:t>Motivation: Provide a lightweight web app to increase financial awareness and budgeting.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Target users: students, employees, freelancers.</a:t>
            </a:r>
          </a:p>
          <a:p>
            <a:pPr/>
            <a:r>
              <a:t>Benefits: clear overview of spending, monthly totals, browser-based access on any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&amp;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registration and login.</a:t>
            </a:r>
          </a:p>
          <a:p>
            <a:pPr/>
            <a:r>
              <a:t>Create, edit and delete income/expense transactions with categories.</a:t>
            </a:r>
          </a:p>
          <a:p>
            <a:pPr/>
            <a:r>
              <a:t>Monthly summary (income, expenses, balance).</a:t>
            </a:r>
          </a:p>
          <a:p>
            <a:pPr/>
            <a:r>
              <a:t>Responsive UI for desktop and mobile.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 HTML5, CSS3 (Bootstrap), JavaScript.</a:t>
            </a:r>
          </a:p>
          <a:p>
            <a:pPr/>
            <a:r>
              <a:t>Backend: Node.js, Express.js, MongoDB (Mongoose).</a:t>
            </a:r>
          </a:p>
          <a:p>
            <a:pPr/>
            <a:r>
              <a:t>REST API with JSON responses and JWT authentication.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Development &amp; Reflection (to be extended)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annotated screenshots of the running web application.</a:t>
            </a:r>
          </a:p>
          <a:p>
            <a:pPr/>
            <a:r>
              <a:t>Document final technology choices and changes versus Phase 1.</a:t>
            </a:r>
          </a:p>
          <a:p>
            <a:pPr/>
            <a:r>
              <a:t>Add link to public GitHub repository.</a:t>
            </a:r>
          </a:p>
          <a:p>
            <a:pPr/>
            <a:r>
              <a:t>Describe test cases and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Finalization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Explain how feedback was integrated and the solution optimised.</a:t>
            </a:r>
          </a:p>
          <a:p>
            <a:pPr/>
            <a:r>
              <a:t>Summarise technical implementation steps ('making of').</a:t>
            </a:r>
          </a:p>
          <a:p>
            <a:pPr/>
            <a:r>
              <a:t>Reflect on challenges, risks and improvements.</a:t>
            </a:r>
          </a:p>
          <a:p>
            <a:pPr/>
            <a:r>
              <a:t>Describe key lessons learned for future projects.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Login &amp; Register</a:t>
            </a:r>
          </a:p>
        </p:txBody>
      </p:sp>
      <p:pic>
        <p:nvPicPr>
          <p:cNvPr id="3" name="Picture 2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Add Transaction</a:t>
            </a:r>
          </a:p>
        </p:txBody>
      </p:sp>
      <p:pic>
        <p:nvPicPr>
          <p:cNvPr id="3" name="Picture 2" descr="add_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Summary &amp; Table</a:t>
            </a:r>
          </a:p>
        </p:txBody>
      </p:sp>
      <p:pic>
        <p:nvPicPr>
          <p:cNvPr id="3" name="Picture 2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Responsive View</a:t>
            </a:r>
          </a:p>
        </p:txBody>
      </p:sp>
      <p:pic>
        <p:nvPicPr>
          <p:cNvPr id="3" name="Picture 2" descr="respon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GitHub Structure</a:t>
            </a:r>
          </a:p>
        </p:txBody>
      </p:sp>
      <p:pic>
        <p:nvPicPr>
          <p:cNvPr id="3" name="Picture 2" descr="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Additional Slide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Additional Slide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Additional Slide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Additional Slide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Additional Slide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Final Run</a:t>
            </a:r>
          </a:p>
        </p:txBody>
      </p:sp>
      <p:pic>
        <p:nvPicPr>
          <p:cNvPr id="3" name="Picture 2" descr="final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Additional Slide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Additional Slide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Additional Slide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Additional Slide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Additional Slide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Additional Slide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Additional Slide 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Additional Slide 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– Additional Slide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